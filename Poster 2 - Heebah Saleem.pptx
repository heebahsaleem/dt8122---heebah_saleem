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6D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F302EE-BB7D-40E6-8376-C3EA0505BB18}" v="12" dt="2026-09-24T12:44:31.456"/>
    <p1510:client id="{F4D1958F-EB84-4A6D-851A-5609D3F999BB}" v="4" dt="2026-09-24T11:55:17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590" y="-6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bah Saleem" userId="fdd7724e-b6e2-4f59-8d38-a4f0f4e74fd2" providerId="ADAL" clId="{857BC955-FDA9-4BE9-B0D7-6D75950FAD80}"/>
    <pc:docChg chg="undo redo custSel modSld">
      <pc:chgData name="Heebah Saleem" userId="fdd7724e-b6e2-4f59-8d38-a4f0f4e74fd2" providerId="ADAL" clId="{857BC955-FDA9-4BE9-B0D7-6D75950FAD80}" dt="2026-09-24T13:10:31.487" v="4079" actId="20577"/>
      <pc:docMkLst>
        <pc:docMk/>
      </pc:docMkLst>
      <pc:sldChg chg="addSp delSp modSp mod">
        <pc:chgData name="Heebah Saleem" userId="fdd7724e-b6e2-4f59-8d38-a4f0f4e74fd2" providerId="ADAL" clId="{857BC955-FDA9-4BE9-B0D7-6D75950FAD80}" dt="2026-09-24T13:10:31.487" v="4079" actId="20577"/>
        <pc:sldMkLst>
          <pc:docMk/>
          <pc:sldMk cId="2326468549" sldId="256"/>
        </pc:sldMkLst>
        <pc:spChg chg="add del mod">
          <ac:chgData name="Heebah Saleem" userId="fdd7724e-b6e2-4f59-8d38-a4f0f4e74fd2" providerId="ADAL" clId="{857BC955-FDA9-4BE9-B0D7-6D75950FAD80}" dt="2026-09-24T12:31:46.740" v="2616" actId="478"/>
          <ac:spMkLst>
            <pc:docMk/>
            <pc:sldMk cId="2326468549" sldId="256"/>
            <ac:spMk id="3" creationId="{10D0B041-B4EB-DBDC-5F7D-4C1EE22D84A6}"/>
          </ac:spMkLst>
        </pc:spChg>
        <pc:spChg chg="mod">
          <ac:chgData name="Heebah Saleem" userId="fdd7724e-b6e2-4f59-8d38-a4f0f4e74fd2" providerId="ADAL" clId="{857BC955-FDA9-4BE9-B0D7-6D75950FAD80}" dt="2026-09-24T13:04:32.972" v="3953" actId="20577"/>
          <ac:spMkLst>
            <pc:docMk/>
            <pc:sldMk cId="2326468549" sldId="256"/>
            <ac:spMk id="4" creationId="{026E67BC-3D12-D8CA-75EE-6337D25FEA2F}"/>
          </ac:spMkLst>
        </pc:spChg>
        <pc:spChg chg="add mod">
          <ac:chgData name="Heebah Saleem" userId="fdd7724e-b6e2-4f59-8d38-a4f0f4e74fd2" providerId="ADAL" clId="{857BC955-FDA9-4BE9-B0D7-6D75950FAD80}" dt="2026-09-24T11:49:01.950" v="109" actId="571"/>
          <ac:spMkLst>
            <pc:docMk/>
            <pc:sldMk cId="2326468549" sldId="256"/>
            <ac:spMk id="5" creationId="{7252DC30-5A73-F1AA-D4B5-9DABBEFCEAF0}"/>
          </ac:spMkLst>
        </pc:spChg>
        <pc:spChg chg="add del">
          <ac:chgData name="Heebah Saleem" userId="fdd7724e-b6e2-4f59-8d38-a4f0f4e74fd2" providerId="ADAL" clId="{857BC955-FDA9-4BE9-B0D7-6D75950FAD80}" dt="2026-09-24T12:25:52.028" v="2374" actId="22"/>
          <ac:spMkLst>
            <pc:docMk/>
            <pc:sldMk cId="2326468549" sldId="256"/>
            <ac:spMk id="5" creationId="{C556FC20-2965-88EE-B5FC-FFDF4CC76EDE}"/>
          </ac:spMkLst>
        </pc:spChg>
        <pc:spChg chg="add del mod">
          <ac:chgData name="Heebah Saleem" userId="fdd7724e-b6e2-4f59-8d38-a4f0f4e74fd2" providerId="ADAL" clId="{857BC955-FDA9-4BE9-B0D7-6D75950FAD80}" dt="2026-09-24T12:31:48.548" v="2618" actId="478"/>
          <ac:spMkLst>
            <pc:docMk/>
            <pc:sldMk cId="2326468549" sldId="256"/>
            <ac:spMk id="9" creationId="{8C7AF0AD-6BC2-BCCA-88C2-D66EF2C19411}"/>
          </ac:spMkLst>
        </pc:spChg>
        <pc:spChg chg="add del mod">
          <ac:chgData name="Heebah Saleem" userId="fdd7724e-b6e2-4f59-8d38-a4f0f4e74fd2" providerId="ADAL" clId="{857BC955-FDA9-4BE9-B0D7-6D75950FAD80}" dt="2026-09-24T13:03:12.421" v="3947" actId="478"/>
          <ac:spMkLst>
            <pc:docMk/>
            <pc:sldMk cId="2326468549" sldId="256"/>
            <ac:spMk id="13" creationId="{D7606695-732E-3BC1-AF0D-CA37F64EFF14}"/>
          </ac:spMkLst>
        </pc:spChg>
        <pc:spChg chg="mod">
          <ac:chgData name="Heebah Saleem" userId="fdd7724e-b6e2-4f59-8d38-a4f0f4e74fd2" providerId="ADAL" clId="{857BC955-FDA9-4BE9-B0D7-6D75950FAD80}" dt="2026-09-24T12:19:09.051" v="1811" actId="14100"/>
          <ac:spMkLst>
            <pc:docMk/>
            <pc:sldMk cId="2326468549" sldId="256"/>
            <ac:spMk id="14" creationId="{8EE7153D-C2B9-873C-73C7-5A86B327A1C5}"/>
          </ac:spMkLst>
        </pc:spChg>
        <pc:spChg chg="add mod">
          <ac:chgData name="Heebah Saleem" userId="fdd7724e-b6e2-4f59-8d38-a4f0f4e74fd2" providerId="ADAL" clId="{857BC955-FDA9-4BE9-B0D7-6D75950FAD80}" dt="2026-09-24T12:46:54.582" v="3069" actId="1076"/>
          <ac:spMkLst>
            <pc:docMk/>
            <pc:sldMk cId="2326468549" sldId="256"/>
            <ac:spMk id="15" creationId="{EF691AC7-7C23-51E7-3A4A-6257E70FE8B1}"/>
          </ac:spMkLst>
        </pc:spChg>
        <pc:spChg chg="mod">
          <ac:chgData name="Heebah Saleem" userId="fdd7724e-b6e2-4f59-8d38-a4f0f4e74fd2" providerId="ADAL" clId="{857BC955-FDA9-4BE9-B0D7-6D75950FAD80}" dt="2026-09-24T12:19:04.797" v="1810" actId="14100"/>
          <ac:spMkLst>
            <pc:docMk/>
            <pc:sldMk cId="2326468549" sldId="256"/>
            <ac:spMk id="16" creationId="{9F881E64-C9A1-BF48-109B-CAEFA5EACF5C}"/>
          </ac:spMkLst>
        </pc:spChg>
        <pc:spChg chg="mod">
          <ac:chgData name="Heebah Saleem" userId="fdd7724e-b6e2-4f59-8d38-a4f0f4e74fd2" providerId="ADAL" clId="{857BC955-FDA9-4BE9-B0D7-6D75950FAD80}" dt="2026-09-24T12:22:48.862" v="2294" actId="14100"/>
          <ac:spMkLst>
            <pc:docMk/>
            <pc:sldMk cId="2326468549" sldId="256"/>
            <ac:spMk id="18" creationId="{33F32BA2-94DC-604F-8276-EE200723F300}"/>
          </ac:spMkLst>
        </pc:spChg>
        <pc:spChg chg="mod">
          <ac:chgData name="Heebah Saleem" userId="fdd7724e-b6e2-4f59-8d38-a4f0f4e74fd2" providerId="ADAL" clId="{857BC955-FDA9-4BE9-B0D7-6D75950FAD80}" dt="2026-09-24T12:22:52.293" v="2295" actId="14100"/>
          <ac:spMkLst>
            <pc:docMk/>
            <pc:sldMk cId="2326468549" sldId="256"/>
            <ac:spMk id="20" creationId="{A07459A4-1E04-472F-A6E8-BC8B22A36CA4}"/>
          </ac:spMkLst>
        </pc:spChg>
        <pc:spChg chg="add mod">
          <ac:chgData name="Heebah Saleem" userId="fdd7724e-b6e2-4f59-8d38-a4f0f4e74fd2" providerId="ADAL" clId="{857BC955-FDA9-4BE9-B0D7-6D75950FAD80}" dt="2026-09-24T12:30:24.197" v="2544" actId="122"/>
          <ac:spMkLst>
            <pc:docMk/>
            <pc:sldMk cId="2326468549" sldId="256"/>
            <ac:spMk id="21" creationId="{2C4B9E35-252E-BC25-01FE-EFA1B87F135C}"/>
          </ac:spMkLst>
        </pc:spChg>
        <pc:spChg chg="del">
          <ac:chgData name="Heebah Saleem" userId="fdd7724e-b6e2-4f59-8d38-a4f0f4e74fd2" providerId="ADAL" clId="{857BC955-FDA9-4BE9-B0D7-6D75950FAD80}" dt="2026-09-24T12:26:55.942" v="2439" actId="478"/>
          <ac:spMkLst>
            <pc:docMk/>
            <pc:sldMk cId="2326468549" sldId="256"/>
            <ac:spMk id="22" creationId="{F07655A7-303D-A8B2-2E0D-81D75B832CBC}"/>
          </ac:spMkLst>
        </pc:spChg>
        <pc:spChg chg="mod">
          <ac:chgData name="Heebah Saleem" userId="fdd7724e-b6e2-4f59-8d38-a4f0f4e74fd2" providerId="ADAL" clId="{857BC955-FDA9-4BE9-B0D7-6D75950FAD80}" dt="2026-09-24T12:24:55.159" v="2362" actId="20577"/>
          <ac:spMkLst>
            <pc:docMk/>
            <pc:sldMk cId="2326468549" sldId="256"/>
            <ac:spMk id="24" creationId="{44E0F027-6268-18F0-E8D6-6A9CE87D6D0D}"/>
          </ac:spMkLst>
        </pc:spChg>
        <pc:spChg chg="add mod">
          <ac:chgData name="Heebah Saleem" userId="fdd7724e-b6e2-4f59-8d38-a4f0f4e74fd2" providerId="ADAL" clId="{857BC955-FDA9-4BE9-B0D7-6D75950FAD80}" dt="2026-09-24T12:32:17.286" v="2638" actId="1076"/>
          <ac:spMkLst>
            <pc:docMk/>
            <pc:sldMk cId="2326468549" sldId="256"/>
            <ac:spMk id="29" creationId="{A455CFAD-506D-974A-018A-69516D77D34B}"/>
          </ac:spMkLst>
        </pc:spChg>
        <pc:spChg chg="mod">
          <ac:chgData name="Heebah Saleem" userId="fdd7724e-b6e2-4f59-8d38-a4f0f4e74fd2" providerId="ADAL" clId="{857BC955-FDA9-4BE9-B0D7-6D75950FAD80}" dt="2026-09-24T12:51:15.948" v="3194" actId="14100"/>
          <ac:spMkLst>
            <pc:docMk/>
            <pc:sldMk cId="2326468549" sldId="256"/>
            <ac:spMk id="30" creationId="{F07FE42A-09D4-4ACF-6F64-1B88FC020B4D}"/>
          </ac:spMkLst>
        </pc:spChg>
        <pc:spChg chg="add del mod">
          <ac:chgData name="Heebah Saleem" userId="fdd7724e-b6e2-4f59-8d38-a4f0f4e74fd2" providerId="ADAL" clId="{857BC955-FDA9-4BE9-B0D7-6D75950FAD80}" dt="2026-09-24T12:32:27.635" v="2640" actId="478"/>
          <ac:spMkLst>
            <pc:docMk/>
            <pc:sldMk cId="2326468549" sldId="256"/>
            <ac:spMk id="31" creationId="{EB68F504-DF3B-2E85-5228-3E39EFD2A0F2}"/>
          </ac:spMkLst>
        </pc:spChg>
        <pc:spChg chg="mod">
          <ac:chgData name="Heebah Saleem" userId="fdd7724e-b6e2-4f59-8d38-a4f0f4e74fd2" providerId="ADAL" clId="{857BC955-FDA9-4BE9-B0D7-6D75950FAD80}" dt="2026-09-24T12:31:38.131" v="2612" actId="20577"/>
          <ac:spMkLst>
            <pc:docMk/>
            <pc:sldMk cId="2326468549" sldId="256"/>
            <ac:spMk id="32" creationId="{B2AE7ACD-09C9-E0B7-8BD9-9FA2E4D7E5CE}"/>
          </ac:spMkLst>
        </pc:spChg>
        <pc:spChg chg="mod">
          <ac:chgData name="Heebah Saleem" userId="fdd7724e-b6e2-4f59-8d38-a4f0f4e74fd2" providerId="ADAL" clId="{857BC955-FDA9-4BE9-B0D7-6D75950FAD80}" dt="2026-09-24T12:55:48.748" v="3253" actId="14100"/>
          <ac:spMkLst>
            <pc:docMk/>
            <pc:sldMk cId="2326468549" sldId="256"/>
            <ac:spMk id="34" creationId="{8F89CFE0-2EAC-E928-3319-587B2B795823}"/>
          </ac:spMkLst>
        </pc:spChg>
        <pc:spChg chg="add del">
          <ac:chgData name="Heebah Saleem" userId="fdd7724e-b6e2-4f59-8d38-a4f0f4e74fd2" providerId="ADAL" clId="{857BC955-FDA9-4BE9-B0D7-6D75950FAD80}" dt="2026-09-24T12:32:33.256" v="2642" actId="22"/>
          <ac:spMkLst>
            <pc:docMk/>
            <pc:sldMk cId="2326468549" sldId="256"/>
            <ac:spMk id="35" creationId="{2D3F5E75-EA1E-92A2-60F6-DE0D005F6FDB}"/>
          </ac:spMkLst>
        </pc:spChg>
        <pc:spChg chg="mod">
          <ac:chgData name="Heebah Saleem" userId="fdd7724e-b6e2-4f59-8d38-a4f0f4e74fd2" providerId="ADAL" clId="{857BC955-FDA9-4BE9-B0D7-6D75950FAD80}" dt="2026-09-24T12:54:06.340" v="3227" actId="14100"/>
          <ac:spMkLst>
            <pc:docMk/>
            <pc:sldMk cId="2326468549" sldId="256"/>
            <ac:spMk id="36" creationId="{187D130C-7D42-1919-1A0B-7F762084A060}"/>
          </ac:spMkLst>
        </pc:spChg>
        <pc:spChg chg="mod">
          <ac:chgData name="Heebah Saleem" userId="fdd7724e-b6e2-4f59-8d38-a4f0f4e74fd2" providerId="ADAL" clId="{857BC955-FDA9-4BE9-B0D7-6D75950FAD80}" dt="2026-09-24T12:54:42.135" v="3236" actId="14100"/>
          <ac:spMkLst>
            <pc:docMk/>
            <pc:sldMk cId="2326468549" sldId="256"/>
            <ac:spMk id="38" creationId="{E9AAB9E9-425C-104A-1584-E97185FD85C6}"/>
          </ac:spMkLst>
        </pc:spChg>
        <pc:spChg chg="add del">
          <ac:chgData name="Heebah Saleem" userId="fdd7724e-b6e2-4f59-8d38-a4f0f4e74fd2" providerId="ADAL" clId="{857BC955-FDA9-4BE9-B0D7-6D75950FAD80}" dt="2026-09-24T12:32:33.256" v="2642" actId="22"/>
          <ac:spMkLst>
            <pc:docMk/>
            <pc:sldMk cId="2326468549" sldId="256"/>
            <ac:spMk id="39" creationId="{E9D247E1-E792-1032-9104-7EBA82374E89}"/>
          </ac:spMkLst>
        </pc:spChg>
        <pc:spChg chg="mod">
          <ac:chgData name="Heebah Saleem" userId="fdd7724e-b6e2-4f59-8d38-a4f0f4e74fd2" providerId="ADAL" clId="{857BC955-FDA9-4BE9-B0D7-6D75950FAD80}" dt="2026-09-24T12:54:24.112" v="3229" actId="1076"/>
          <ac:spMkLst>
            <pc:docMk/>
            <pc:sldMk cId="2326468549" sldId="256"/>
            <ac:spMk id="40" creationId="{61FB25D9-96E0-6B50-EF46-04AE4A540A78}"/>
          </ac:spMkLst>
        </pc:spChg>
        <pc:spChg chg="mod">
          <ac:chgData name="Heebah Saleem" userId="fdd7724e-b6e2-4f59-8d38-a4f0f4e74fd2" providerId="ADAL" clId="{857BC955-FDA9-4BE9-B0D7-6D75950FAD80}" dt="2026-09-24T11:58:46.160" v="1186" actId="20577"/>
          <ac:spMkLst>
            <pc:docMk/>
            <pc:sldMk cId="2326468549" sldId="256"/>
            <ac:spMk id="42" creationId="{69CCBB0B-E088-7C2D-69A7-25008476608C}"/>
          </ac:spMkLst>
        </pc:spChg>
        <pc:spChg chg="add mod">
          <ac:chgData name="Heebah Saleem" userId="fdd7724e-b6e2-4f59-8d38-a4f0f4e74fd2" providerId="ADAL" clId="{857BC955-FDA9-4BE9-B0D7-6D75950FAD80}" dt="2026-09-24T12:45:52.193" v="3050" actId="1076"/>
          <ac:spMkLst>
            <pc:docMk/>
            <pc:sldMk cId="2326468549" sldId="256"/>
            <ac:spMk id="43" creationId="{EFEFE394-303B-43AB-434D-8748DD0D025D}"/>
          </ac:spMkLst>
        </pc:spChg>
        <pc:spChg chg="add mod">
          <ac:chgData name="Heebah Saleem" userId="fdd7724e-b6e2-4f59-8d38-a4f0f4e74fd2" providerId="ADAL" clId="{857BC955-FDA9-4BE9-B0D7-6D75950FAD80}" dt="2026-09-24T12:45:52.193" v="3050" actId="1076"/>
          <ac:spMkLst>
            <pc:docMk/>
            <pc:sldMk cId="2326468549" sldId="256"/>
            <ac:spMk id="47" creationId="{571D6633-2128-F77D-5E3E-37F413EB92DA}"/>
          </ac:spMkLst>
        </pc:spChg>
        <pc:spChg chg="mod">
          <ac:chgData name="Heebah Saleem" userId="fdd7724e-b6e2-4f59-8d38-a4f0f4e74fd2" providerId="ADAL" clId="{857BC955-FDA9-4BE9-B0D7-6D75950FAD80}" dt="2026-09-24T12:18:08.023" v="1790" actId="20577"/>
          <ac:spMkLst>
            <pc:docMk/>
            <pc:sldMk cId="2326468549" sldId="256"/>
            <ac:spMk id="51" creationId="{76DE71B7-28D1-0594-EDFB-10E7143F06A3}"/>
          </ac:spMkLst>
        </pc:spChg>
        <pc:spChg chg="del">
          <ac:chgData name="Heebah Saleem" userId="fdd7724e-b6e2-4f59-8d38-a4f0f4e74fd2" providerId="ADAL" clId="{857BC955-FDA9-4BE9-B0D7-6D75950FAD80}" dt="2026-09-24T12:18:22.315" v="1808" actId="478"/>
          <ac:spMkLst>
            <pc:docMk/>
            <pc:sldMk cId="2326468549" sldId="256"/>
            <ac:spMk id="52" creationId="{518321BA-19D0-C5B4-EAFE-2D5F345FB770}"/>
          </ac:spMkLst>
        </pc:spChg>
        <pc:spChg chg="add mod">
          <ac:chgData name="Heebah Saleem" userId="fdd7724e-b6e2-4f59-8d38-a4f0f4e74fd2" providerId="ADAL" clId="{857BC955-FDA9-4BE9-B0D7-6D75950FAD80}" dt="2026-09-24T12:46:49.269" v="3067" actId="1076"/>
          <ac:spMkLst>
            <pc:docMk/>
            <pc:sldMk cId="2326468549" sldId="256"/>
            <ac:spMk id="53" creationId="{EE85CACE-CCB1-797E-2AF4-86A032710AFF}"/>
          </ac:spMkLst>
        </pc:spChg>
        <pc:spChg chg="del">
          <ac:chgData name="Heebah Saleem" userId="fdd7724e-b6e2-4f59-8d38-a4f0f4e74fd2" providerId="ADAL" clId="{857BC955-FDA9-4BE9-B0D7-6D75950FAD80}" dt="2026-09-24T12:18:22.315" v="1808" actId="478"/>
          <ac:spMkLst>
            <pc:docMk/>
            <pc:sldMk cId="2326468549" sldId="256"/>
            <ac:spMk id="54" creationId="{F1EAE875-23B8-DCE1-D12D-6DCF7CA1CC78}"/>
          </ac:spMkLst>
        </pc:spChg>
        <pc:spChg chg="del">
          <ac:chgData name="Heebah Saleem" userId="fdd7724e-b6e2-4f59-8d38-a4f0f4e74fd2" providerId="ADAL" clId="{857BC955-FDA9-4BE9-B0D7-6D75950FAD80}" dt="2026-09-24T12:18:22.315" v="1808" actId="478"/>
          <ac:spMkLst>
            <pc:docMk/>
            <pc:sldMk cId="2326468549" sldId="256"/>
            <ac:spMk id="56" creationId="{938C6EC0-92AC-88AF-4619-A21C27B39A2B}"/>
          </ac:spMkLst>
        </pc:spChg>
        <pc:spChg chg="add mod">
          <ac:chgData name="Heebah Saleem" userId="fdd7724e-b6e2-4f59-8d38-a4f0f4e74fd2" providerId="ADAL" clId="{857BC955-FDA9-4BE9-B0D7-6D75950FAD80}" dt="2026-09-24T12:46:49.269" v="3067" actId="1076"/>
          <ac:spMkLst>
            <pc:docMk/>
            <pc:sldMk cId="2326468549" sldId="256"/>
            <ac:spMk id="57" creationId="{B260BB2E-B2E1-2BB4-22ED-72ED574DD75A}"/>
          </ac:spMkLst>
        </pc:spChg>
        <pc:spChg chg="mod">
          <ac:chgData name="Heebah Saleem" userId="fdd7724e-b6e2-4f59-8d38-a4f0f4e74fd2" providerId="ADAL" clId="{857BC955-FDA9-4BE9-B0D7-6D75950FAD80}" dt="2026-09-24T12:22:41.344" v="2292" actId="2710"/>
          <ac:spMkLst>
            <pc:docMk/>
            <pc:sldMk cId="2326468549" sldId="256"/>
            <ac:spMk id="60" creationId="{AFA135E3-A94D-6469-B6B9-C6CDB922349A}"/>
          </ac:spMkLst>
        </pc:spChg>
        <pc:spChg chg="add mod">
          <ac:chgData name="Heebah Saleem" userId="fdd7724e-b6e2-4f59-8d38-a4f0f4e74fd2" providerId="ADAL" clId="{857BC955-FDA9-4BE9-B0D7-6D75950FAD80}" dt="2026-09-24T12:37:30.609" v="2728" actId="571"/>
          <ac:spMkLst>
            <pc:docMk/>
            <pc:sldMk cId="2326468549" sldId="256"/>
            <ac:spMk id="61" creationId="{877A5A29-998C-0BF8-8D6E-885E0D9CAE63}"/>
          </ac:spMkLst>
        </pc:spChg>
        <pc:spChg chg="mod">
          <ac:chgData name="Heebah Saleem" userId="fdd7724e-b6e2-4f59-8d38-a4f0f4e74fd2" providerId="ADAL" clId="{857BC955-FDA9-4BE9-B0D7-6D75950FAD80}" dt="2026-09-24T12:59:43.798" v="3549" actId="1076"/>
          <ac:spMkLst>
            <pc:docMk/>
            <pc:sldMk cId="2326468549" sldId="256"/>
            <ac:spMk id="62" creationId="{4A6128B7-DDE4-0BB4-3A37-1D70260425F7}"/>
          </ac:spMkLst>
        </pc:spChg>
        <pc:spChg chg="add mod">
          <ac:chgData name="Heebah Saleem" userId="fdd7724e-b6e2-4f59-8d38-a4f0f4e74fd2" providerId="ADAL" clId="{857BC955-FDA9-4BE9-B0D7-6D75950FAD80}" dt="2026-09-24T12:40:19.731" v="2844" actId="571"/>
          <ac:spMkLst>
            <pc:docMk/>
            <pc:sldMk cId="2326468549" sldId="256"/>
            <ac:spMk id="65" creationId="{FD42CBBF-230F-89A3-04FB-450EDAC6BDC9}"/>
          </ac:spMkLst>
        </pc:spChg>
        <pc:spChg chg="add mod">
          <ac:chgData name="Heebah Saleem" userId="fdd7724e-b6e2-4f59-8d38-a4f0f4e74fd2" providerId="ADAL" clId="{857BC955-FDA9-4BE9-B0D7-6D75950FAD80}" dt="2026-09-24T12:40:19.731" v="2844" actId="571"/>
          <ac:spMkLst>
            <pc:docMk/>
            <pc:sldMk cId="2326468549" sldId="256"/>
            <ac:spMk id="66" creationId="{DCBDE0C6-A6B0-F56F-55C3-CCF87E218294}"/>
          </ac:spMkLst>
        </pc:spChg>
        <pc:spChg chg="mod">
          <ac:chgData name="Heebah Saleem" userId="fdd7724e-b6e2-4f59-8d38-a4f0f4e74fd2" providerId="ADAL" clId="{857BC955-FDA9-4BE9-B0D7-6D75950FAD80}" dt="2026-09-24T12:46:01.399" v="3052" actId="1076"/>
          <ac:spMkLst>
            <pc:docMk/>
            <pc:sldMk cId="2326468549" sldId="256"/>
            <ac:spMk id="67" creationId="{5BBDEC41-12DB-6280-A57C-6FDE59473F02}"/>
          </ac:spMkLst>
        </pc:spChg>
        <pc:spChg chg="mod">
          <ac:chgData name="Heebah Saleem" userId="fdd7724e-b6e2-4f59-8d38-a4f0f4e74fd2" providerId="ADAL" clId="{857BC955-FDA9-4BE9-B0D7-6D75950FAD80}" dt="2026-09-24T12:29:56.313" v="2529" actId="1076"/>
          <ac:spMkLst>
            <pc:docMk/>
            <pc:sldMk cId="2326468549" sldId="256"/>
            <ac:spMk id="69" creationId="{416169F5-8781-6CED-4384-A08A2668A72E}"/>
          </ac:spMkLst>
        </pc:spChg>
        <pc:spChg chg="del">
          <ac:chgData name="Heebah Saleem" userId="fdd7724e-b6e2-4f59-8d38-a4f0f4e74fd2" providerId="ADAL" clId="{857BC955-FDA9-4BE9-B0D7-6D75950FAD80}" dt="2026-09-24T12:26:53.019" v="2436" actId="478"/>
          <ac:spMkLst>
            <pc:docMk/>
            <pc:sldMk cId="2326468549" sldId="256"/>
            <ac:spMk id="71" creationId="{B128D0B5-7C0B-EDD2-1C99-E3E95BF06BD4}"/>
          </ac:spMkLst>
        </pc:spChg>
        <pc:spChg chg="del">
          <ac:chgData name="Heebah Saleem" userId="fdd7724e-b6e2-4f59-8d38-a4f0f4e74fd2" providerId="ADAL" clId="{857BC955-FDA9-4BE9-B0D7-6D75950FAD80}" dt="2026-09-24T12:26:53.465" v="2437" actId="478"/>
          <ac:spMkLst>
            <pc:docMk/>
            <pc:sldMk cId="2326468549" sldId="256"/>
            <ac:spMk id="73" creationId="{6B11D8DA-24D7-88C9-B88D-BDB98609B6FC}"/>
          </ac:spMkLst>
        </pc:spChg>
        <pc:spChg chg="add del mod">
          <ac:chgData name="Heebah Saleem" userId="fdd7724e-b6e2-4f59-8d38-a4f0f4e74fd2" providerId="ADAL" clId="{857BC955-FDA9-4BE9-B0D7-6D75950FAD80}" dt="2026-09-24T12:46:01.399" v="3052" actId="1076"/>
          <ac:spMkLst>
            <pc:docMk/>
            <pc:sldMk cId="2326468549" sldId="256"/>
            <ac:spMk id="74" creationId="{AFD92D8F-5FC3-271E-D5E6-4D28C59EF7D1}"/>
          </ac:spMkLst>
        </pc:spChg>
        <pc:spChg chg="mod">
          <ac:chgData name="Heebah Saleem" userId="fdd7724e-b6e2-4f59-8d38-a4f0f4e74fd2" providerId="ADAL" clId="{857BC955-FDA9-4BE9-B0D7-6D75950FAD80}" dt="2026-09-24T12:29:56.313" v="2529" actId="1076"/>
          <ac:spMkLst>
            <pc:docMk/>
            <pc:sldMk cId="2326468549" sldId="256"/>
            <ac:spMk id="76" creationId="{B2E15FC9-2F36-7134-978D-40729DAE6E12}"/>
          </ac:spMkLst>
        </pc:spChg>
        <pc:spChg chg="mod">
          <ac:chgData name="Heebah Saleem" userId="fdd7724e-b6e2-4f59-8d38-a4f0f4e74fd2" providerId="ADAL" clId="{857BC955-FDA9-4BE9-B0D7-6D75950FAD80}" dt="2026-09-24T12:29:56.313" v="2529" actId="1076"/>
          <ac:spMkLst>
            <pc:docMk/>
            <pc:sldMk cId="2326468549" sldId="256"/>
            <ac:spMk id="80" creationId="{EC4269E8-D946-2AEC-0D02-4D24C1ADBBCD}"/>
          </ac:spMkLst>
        </pc:spChg>
        <pc:spChg chg="add del mod">
          <ac:chgData name="Heebah Saleem" userId="fdd7724e-b6e2-4f59-8d38-a4f0f4e74fd2" providerId="ADAL" clId="{857BC955-FDA9-4BE9-B0D7-6D75950FAD80}" dt="2026-09-24T12:51:12.046" v="3193" actId="478"/>
          <ac:spMkLst>
            <pc:docMk/>
            <pc:sldMk cId="2326468549" sldId="256"/>
            <ac:spMk id="81" creationId="{8CC75C8F-87F5-39AF-BE68-88C69F9B7C2C}"/>
          </ac:spMkLst>
        </pc:spChg>
        <pc:spChg chg="del mod">
          <ac:chgData name="Heebah Saleem" userId="fdd7724e-b6e2-4f59-8d38-a4f0f4e74fd2" providerId="ADAL" clId="{857BC955-FDA9-4BE9-B0D7-6D75950FAD80}" dt="2026-09-24T12:26:57.483" v="2441" actId="478"/>
          <ac:spMkLst>
            <pc:docMk/>
            <pc:sldMk cId="2326468549" sldId="256"/>
            <ac:spMk id="82" creationId="{CB1DBDAE-81E2-C2D1-C268-791B2A754483}"/>
          </ac:spMkLst>
        </pc:spChg>
        <pc:spChg chg="add mod ord">
          <ac:chgData name="Heebah Saleem" userId="fdd7724e-b6e2-4f59-8d38-a4f0f4e74fd2" providerId="ADAL" clId="{857BC955-FDA9-4BE9-B0D7-6D75950FAD80}" dt="2026-09-24T12:46:43.409" v="3066" actId="14100"/>
          <ac:spMkLst>
            <pc:docMk/>
            <pc:sldMk cId="2326468549" sldId="256"/>
            <ac:spMk id="84" creationId="{B2EE7E80-099C-E1DC-5135-000787202CB2}"/>
          </ac:spMkLst>
        </pc:spChg>
        <pc:spChg chg="add mod">
          <ac:chgData name="Heebah Saleem" userId="fdd7724e-b6e2-4f59-8d38-a4f0f4e74fd2" providerId="ADAL" clId="{857BC955-FDA9-4BE9-B0D7-6D75950FAD80}" dt="2026-09-24T12:55:18.983" v="3247" actId="14100"/>
          <ac:spMkLst>
            <pc:docMk/>
            <pc:sldMk cId="2326468549" sldId="256"/>
            <ac:spMk id="89" creationId="{0FB2C13E-CADD-097D-6299-A9CF69F2339D}"/>
          </ac:spMkLst>
        </pc:spChg>
        <pc:spChg chg="add mod">
          <ac:chgData name="Heebah Saleem" userId="fdd7724e-b6e2-4f59-8d38-a4f0f4e74fd2" providerId="ADAL" clId="{857BC955-FDA9-4BE9-B0D7-6D75950FAD80}" dt="2026-09-24T12:54:24.112" v="3229" actId="1076"/>
          <ac:spMkLst>
            <pc:docMk/>
            <pc:sldMk cId="2326468549" sldId="256"/>
            <ac:spMk id="93" creationId="{A6EC9A00-007D-F7AF-E446-5FD3FFB23E19}"/>
          </ac:spMkLst>
        </pc:spChg>
        <pc:spChg chg="del mod">
          <ac:chgData name="Heebah Saleem" userId="fdd7724e-b6e2-4f59-8d38-a4f0f4e74fd2" providerId="ADAL" clId="{857BC955-FDA9-4BE9-B0D7-6D75950FAD80}" dt="2026-09-24T12:31:43.961" v="2613" actId="478"/>
          <ac:spMkLst>
            <pc:docMk/>
            <pc:sldMk cId="2326468549" sldId="256"/>
            <ac:spMk id="97" creationId="{260CDEDF-6AE4-C299-EFD2-00828C3B2EC8}"/>
          </ac:spMkLst>
        </pc:spChg>
        <pc:spChg chg="mod">
          <ac:chgData name="Heebah Saleem" userId="fdd7724e-b6e2-4f59-8d38-a4f0f4e74fd2" providerId="ADAL" clId="{857BC955-FDA9-4BE9-B0D7-6D75950FAD80}" dt="2026-09-24T12:53:50.253" v="3221" actId="122"/>
          <ac:spMkLst>
            <pc:docMk/>
            <pc:sldMk cId="2326468549" sldId="256"/>
            <ac:spMk id="99" creationId="{4B6F0F8F-FAB8-CAC3-9ECF-B0C894DC0D03}"/>
          </ac:spMkLst>
        </pc:spChg>
        <pc:spChg chg="add mod">
          <ac:chgData name="Heebah Saleem" userId="fdd7724e-b6e2-4f59-8d38-a4f0f4e74fd2" providerId="ADAL" clId="{857BC955-FDA9-4BE9-B0D7-6D75950FAD80}" dt="2026-09-24T12:54:50.202" v="3239" actId="1076"/>
          <ac:spMkLst>
            <pc:docMk/>
            <pc:sldMk cId="2326468549" sldId="256"/>
            <ac:spMk id="102" creationId="{67B7CA2F-ADD1-644F-391C-E1E2D7E246B8}"/>
          </ac:spMkLst>
        </pc:spChg>
        <pc:spChg chg="mod">
          <ac:chgData name="Heebah Saleem" userId="fdd7724e-b6e2-4f59-8d38-a4f0f4e74fd2" providerId="ADAL" clId="{857BC955-FDA9-4BE9-B0D7-6D75950FAD80}" dt="2026-09-24T12:54:31.087" v="3230" actId="1076"/>
          <ac:spMkLst>
            <pc:docMk/>
            <pc:sldMk cId="2326468549" sldId="256"/>
            <ac:spMk id="103" creationId="{A70944E7-8C80-8200-A240-EE7C818E23A9}"/>
          </ac:spMkLst>
        </pc:spChg>
        <pc:spChg chg="add mod">
          <ac:chgData name="Heebah Saleem" userId="fdd7724e-b6e2-4f59-8d38-a4f0f4e74fd2" providerId="ADAL" clId="{857BC955-FDA9-4BE9-B0D7-6D75950FAD80}" dt="2026-09-24T12:56:27.070" v="3268" actId="14100"/>
          <ac:spMkLst>
            <pc:docMk/>
            <pc:sldMk cId="2326468549" sldId="256"/>
            <ac:spMk id="107" creationId="{86D75D29-FF78-CB32-40F9-236D2169D7BC}"/>
          </ac:spMkLst>
        </pc:spChg>
        <pc:spChg chg="add del mod">
          <ac:chgData name="Heebah Saleem" userId="fdd7724e-b6e2-4f59-8d38-a4f0f4e74fd2" providerId="ADAL" clId="{857BC955-FDA9-4BE9-B0D7-6D75950FAD80}" dt="2026-09-24T12:56:24.703" v="3267" actId="22"/>
          <ac:spMkLst>
            <pc:docMk/>
            <pc:sldMk cId="2326468549" sldId="256"/>
            <ac:spMk id="109" creationId="{8E4A5AD6-D923-0BF0-F580-574778E7F896}"/>
          </ac:spMkLst>
        </pc:spChg>
        <pc:spChg chg="add mod">
          <ac:chgData name="Heebah Saleem" userId="fdd7724e-b6e2-4f59-8d38-a4f0f4e74fd2" providerId="ADAL" clId="{857BC955-FDA9-4BE9-B0D7-6D75950FAD80}" dt="2026-09-24T12:56:31.832" v="3270" actId="1076"/>
          <ac:spMkLst>
            <pc:docMk/>
            <pc:sldMk cId="2326468549" sldId="256"/>
            <ac:spMk id="111" creationId="{D560CE92-D408-D42E-84A0-03013C7BCFE5}"/>
          </ac:spMkLst>
        </pc:spChg>
        <pc:spChg chg="add mod">
          <ac:chgData name="Heebah Saleem" userId="fdd7724e-b6e2-4f59-8d38-a4f0f4e74fd2" providerId="ADAL" clId="{857BC955-FDA9-4BE9-B0D7-6D75950FAD80}" dt="2026-09-24T12:57:13.373" v="3310" actId="14100"/>
          <ac:spMkLst>
            <pc:docMk/>
            <pc:sldMk cId="2326468549" sldId="256"/>
            <ac:spMk id="113" creationId="{C8B984F5-10C3-663C-F18E-8913AF0C4ED1}"/>
          </ac:spMkLst>
        </pc:spChg>
        <pc:spChg chg="add mod">
          <ac:chgData name="Heebah Saleem" userId="fdd7724e-b6e2-4f59-8d38-a4f0f4e74fd2" providerId="ADAL" clId="{857BC955-FDA9-4BE9-B0D7-6D75950FAD80}" dt="2026-09-24T12:57:39.189" v="3351" actId="1037"/>
          <ac:spMkLst>
            <pc:docMk/>
            <pc:sldMk cId="2326468549" sldId="256"/>
            <ac:spMk id="115" creationId="{96B96DF3-0D92-6C3C-E90A-728F2F7AF47E}"/>
          </ac:spMkLst>
        </pc:spChg>
        <pc:spChg chg="add mod">
          <ac:chgData name="Heebah Saleem" userId="fdd7724e-b6e2-4f59-8d38-a4f0f4e74fd2" providerId="ADAL" clId="{857BC955-FDA9-4BE9-B0D7-6D75950FAD80}" dt="2026-09-24T13:10:31.487" v="4079" actId="20577"/>
          <ac:spMkLst>
            <pc:docMk/>
            <pc:sldMk cId="2326468549" sldId="256"/>
            <ac:spMk id="117" creationId="{ECED497C-45B9-4A95-38BF-49354F6FA149}"/>
          </ac:spMkLst>
        </pc:spChg>
        <pc:spChg chg="add mod">
          <ac:chgData name="Heebah Saleem" userId="fdd7724e-b6e2-4f59-8d38-a4f0f4e74fd2" providerId="ADAL" clId="{857BC955-FDA9-4BE9-B0D7-6D75950FAD80}" dt="2026-09-24T13:02:33.860" v="3945" actId="1037"/>
          <ac:spMkLst>
            <pc:docMk/>
            <pc:sldMk cId="2326468549" sldId="256"/>
            <ac:spMk id="119" creationId="{31304C4E-26BF-1EE8-7DBA-924250D6D7A4}"/>
          </ac:spMkLst>
        </pc:spChg>
        <pc:picChg chg="add mod modCrop">
          <ac:chgData name="Heebah Saleem" userId="fdd7724e-b6e2-4f59-8d38-a4f0f4e74fd2" providerId="ADAL" clId="{857BC955-FDA9-4BE9-B0D7-6D75950FAD80}" dt="2026-09-24T12:29:56.313" v="2529" actId="1076"/>
          <ac:picMkLst>
            <pc:docMk/>
            <pc:sldMk cId="2326468549" sldId="256"/>
            <ac:picMk id="7" creationId="{A0790A0E-5B56-5FB6-F815-5B2C71A040E8}"/>
          </ac:picMkLst>
        </pc:picChg>
        <pc:picChg chg="add mod">
          <ac:chgData name="Heebah Saleem" userId="fdd7724e-b6e2-4f59-8d38-a4f0f4e74fd2" providerId="ADAL" clId="{857BC955-FDA9-4BE9-B0D7-6D75950FAD80}" dt="2026-09-24T12:30:51.311" v="2552" actId="1076"/>
          <ac:picMkLst>
            <pc:docMk/>
            <pc:sldMk cId="2326468549" sldId="256"/>
            <ac:picMk id="23" creationId="{D75ACCE6-4352-51A5-DEDB-815AC19316D9}"/>
          </ac:picMkLst>
        </pc:picChg>
        <pc:picChg chg="add mod">
          <ac:chgData name="Heebah Saleem" userId="fdd7724e-b6e2-4f59-8d38-a4f0f4e74fd2" providerId="ADAL" clId="{857BC955-FDA9-4BE9-B0D7-6D75950FAD80}" dt="2026-09-24T12:46:32.535" v="3064" actId="1076"/>
          <ac:picMkLst>
            <pc:docMk/>
            <pc:sldMk cId="2326468549" sldId="256"/>
            <ac:picMk id="25" creationId="{6FB8BC31-38C6-A190-3007-908677773EB2}"/>
          </ac:picMkLst>
        </pc:picChg>
        <pc:picChg chg="add mod">
          <ac:chgData name="Heebah Saleem" userId="fdd7724e-b6e2-4f59-8d38-a4f0f4e74fd2" providerId="ADAL" clId="{857BC955-FDA9-4BE9-B0D7-6D75950FAD80}" dt="2026-09-24T12:45:01.420" v="2993" actId="1076"/>
          <ac:picMkLst>
            <pc:docMk/>
            <pc:sldMk cId="2326468549" sldId="256"/>
            <ac:picMk id="27" creationId="{75EADFE2-850D-D19F-F20D-FA34E6F361DC}"/>
          </ac:picMkLst>
        </pc:picChg>
        <pc:picChg chg="mod">
          <ac:chgData name="Heebah Saleem" userId="fdd7724e-b6e2-4f59-8d38-a4f0f4e74fd2" providerId="ADAL" clId="{857BC955-FDA9-4BE9-B0D7-6D75950FAD80}" dt="2026-09-24T13:04:38.601" v="3959" actId="1035"/>
          <ac:picMkLst>
            <pc:docMk/>
            <pc:sldMk cId="2326468549" sldId="256"/>
            <ac:picMk id="44" creationId="{FD83ECA7-BF7D-5522-A58B-6C979F7CF8DA}"/>
          </ac:picMkLst>
        </pc:picChg>
        <pc:picChg chg="mod">
          <ac:chgData name="Heebah Saleem" userId="fdd7724e-b6e2-4f59-8d38-a4f0f4e74fd2" providerId="ADAL" clId="{857BC955-FDA9-4BE9-B0D7-6D75950FAD80}" dt="2026-09-24T13:04:34.633" v="3955" actId="1035"/>
          <ac:picMkLst>
            <pc:docMk/>
            <pc:sldMk cId="2326468549" sldId="256"/>
            <ac:picMk id="46" creationId="{475D926E-6B81-B3D5-7BC7-3771F1297139}"/>
          </ac:picMkLst>
        </pc:picChg>
        <pc:picChg chg="add mod">
          <ac:chgData name="Heebah Saleem" userId="fdd7724e-b6e2-4f59-8d38-a4f0f4e74fd2" providerId="ADAL" clId="{857BC955-FDA9-4BE9-B0D7-6D75950FAD80}" dt="2026-09-24T12:55:31.070" v="3250" actId="14100"/>
          <ac:picMkLst>
            <pc:docMk/>
            <pc:sldMk cId="2326468549" sldId="256"/>
            <ac:picMk id="64" creationId="{8B4D76C7-60D6-3B7E-D11C-AC636B648905}"/>
          </ac:picMkLst>
        </pc:picChg>
        <pc:picChg chg="add mod">
          <ac:chgData name="Heebah Saleem" userId="fdd7724e-b6e2-4f59-8d38-a4f0f4e74fd2" providerId="ADAL" clId="{857BC955-FDA9-4BE9-B0D7-6D75950FAD80}" dt="2026-09-24T12:40:19.731" v="2844" actId="571"/>
          <ac:picMkLst>
            <pc:docMk/>
            <pc:sldMk cId="2326468549" sldId="256"/>
            <ac:picMk id="68" creationId="{A9668AAE-9A97-433C-196C-E2CF6FC5E458}"/>
          </ac:picMkLst>
        </pc:picChg>
        <pc:picChg chg="add mod">
          <ac:chgData name="Heebah Saleem" userId="fdd7724e-b6e2-4f59-8d38-a4f0f4e74fd2" providerId="ADAL" clId="{857BC955-FDA9-4BE9-B0D7-6D75950FAD80}" dt="2026-09-24T12:45:38.789" v="3047" actId="1076"/>
          <ac:picMkLst>
            <pc:docMk/>
            <pc:sldMk cId="2326468549" sldId="256"/>
            <ac:picMk id="72" creationId="{321F4510-DAAF-4691-12AF-86FD09D7F467}"/>
          </ac:picMkLst>
        </pc:picChg>
        <pc:picChg chg="del mod">
          <ac:chgData name="Heebah Saleem" userId="fdd7724e-b6e2-4f59-8d38-a4f0f4e74fd2" providerId="ADAL" clId="{857BC955-FDA9-4BE9-B0D7-6D75950FAD80}" dt="2026-09-24T12:25:19.914" v="2364" actId="478"/>
          <ac:picMkLst>
            <pc:docMk/>
            <pc:sldMk cId="2326468549" sldId="256"/>
            <ac:picMk id="90" creationId="{7353113C-3948-F8E8-A91A-3746950824DE}"/>
          </ac:picMkLst>
        </pc:picChg>
        <pc:picChg chg="del">
          <ac:chgData name="Heebah Saleem" userId="fdd7724e-b6e2-4f59-8d38-a4f0f4e74fd2" providerId="ADAL" clId="{857BC955-FDA9-4BE9-B0D7-6D75950FAD80}" dt="2026-09-24T12:25:27.464" v="2366" actId="478"/>
          <ac:picMkLst>
            <pc:docMk/>
            <pc:sldMk cId="2326468549" sldId="256"/>
            <ac:picMk id="92" creationId="{AB7E9391-E2E7-7BD1-21B6-EFAD2485895B}"/>
          </ac:picMkLst>
        </pc:picChg>
        <pc:picChg chg="del">
          <ac:chgData name="Heebah Saleem" userId="fdd7724e-b6e2-4f59-8d38-a4f0f4e74fd2" providerId="ADAL" clId="{857BC955-FDA9-4BE9-B0D7-6D75950FAD80}" dt="2026-09-24T12:25:28.484" v="2367" actId="478"/>
          <ac:picMkLst>
            <pc:docMk/>
            <pc:sldMk cId="2326468549" sldId="256"/>
            <ac:picMk id="94" creationId="{40589412-F055-F4D4-099C-9B8BD34C768F}"/>
          </ac:picMkLst>
        </pc:picChg>
        <pc:picChg chg="del">
          <ac:chgData name="Heebah Saleem" userId="fdd7724e-b6e2-4f59-8d38-a4f0f4e74fd2" providerId="ADAL" clId="{857BC955-FDA9-4BE9-B0D7-6D75950FAD80}" dt="2026-09-24T12:25:29.479" v="2368" actId="478"/>
          <ac:picMkLst>
            <pc:docMk/>
            <pc:sldMk cId="2326468549" sldId="256"/>
            <ac:picMk id="96" creationId="{AEB6AA9F-300E-502A-8BE0-9856041314E8}"/>
          </ac:picMkLst>
        </pc:picChg>
        <pc:picChg chg="add mod">
          <ac:chgData name="Heebah Saleem" userId="fdd7724e-b6e2-4f59-8d38-a4f0f4e74fd2" providerId="ADAL" clId="{857BC955-FDA9-4BE9-B0D7-6D75950FAD80}" dt="2026-09-24T12:55:26.998" v="3249" actId="14100"/>
          <ac:picMkLst>
            <pc:docMk/>
            <pc:sldMk cId="2326468549" sldId="256"/>
            <ac:picMk id="98" creationId="{AB403B75-AED9-8610-B2DB-91EF79048A58}"/>
          </ac:picMkLst>
        </pc:picChg>
        <pc:picChg chg="del">
          <ac:chgData name="Heebah Saleem" userId="fdd7724e-b6e2-4f59-8d38-a4f0f4e74fd2" providerId="ADAL" clId="{857BC955-FDA9-4BE9-B0D7-6D75950FAD80}" dt="2026-09-24T12:39:53.561" v="2837" actId="478"/>
          <ac:picMkLst>
            <pc:docMk/>
            <pc:sldMk cId="2326468549" sldId="256"/>
            <ac:picMk id="101" creationId="{AD6906BA-27E0-B39A-0A9B-3FF1F7BE47A7}"/>
          </ac:picMkLst>
        </pc:picChg>
        <pc:picChg chg="add mod">
          <ac:chgData name="Heebah Saleem" userId="fdd7724e-b6e2-4f59-8d38-a4f0f4e74fd2" providerId="ADAL" clId="{857BC955-FDA9-4BE9-B0D7-6D75950FAD80}" dt="2026-09-24T12:55:51.784" v="3254" actId="14100"/>
          <ac:picMkLst>
            <pc:docMk/>
            <pc:sldMk cId="2326468549" sldId="256"/>
            <ac:picMk id="105" creationId="{422155B2-41B0-30C6-53AF-37E9951BFEEC}"/>
          </ac:picMkLst>
        </pc:picChg>
        <pc:cxnChg chg="add del mod">
          <ac:chgData name="Heebah Saleem" userId="fdd7724e-b6e2-4f59-8d38-a4f0f4e74fd2" providerId="ADAL" clId="{857BC955-FDA9-4BE9-B0D7-6D75950FAD80}" dt="2026-09-24T12:31:44.884" v="2614" actId="478"/>
          <ac:cxnSpMkLst>
            <pc:docMk/>
            <pc:sldMk cId="2326468549" sldId="256"/>
            <ac:cxnSpMk id="11" creationId="{60FE40E9-2F11-799A-C1DD-546D76B42B55}"/>
          </ac:cxnSpMkLst>
        </pc:cxnChg>
        <pc:cxnChg chg="add del mod">
          <ac:chgData name="Heebah Saleem" userId="fdd7724e-b6e2-4f59-8d38-a4f0f4e74fd2" providerId="ADAL" clId="{857BC955-FDA9-4BE9-B0D7-6D75950FAD80}" dt="2026-09-24T12:31:47.268" v="2617" actId="478"/>
          <ac:cxnSpMkLst>
            <pc:docMk/>
            <pc:sldMk cId="2326468549" sldId="256"/>
            <ac:cxnSpMk id="12" creationId="{F6030F51-83B5-54F8-BE6E-110CAB599491}"/>
          </ac:cxnSpMkLst>
        </pc:cxnChg>
        <pc:cxnChg chg="add mod">
          <ac:chgData name="Heebah Saleem" userId="fdd7724e-b6e2-4f59-8d38-a4f0f4e74fd2" providerId="ADAL" clId="{857BC955-FDA9-4BE9-B0D7-6D75950FAD80}" dt="2026-09-24T12:30:10.843" v="2533" actId="1076"/>
          <ac:cxnSpMkLst>
            <pc:docMk/>
            <pc:sldMk cId="2326468549" sldId="256"/>
            <ac:cxnSpMk id="17" creationId="{C3268DF3-9259-4312-6EA1-596406AD92F5}"/>
          </ac:cxnSpMkLst>
        </pc:cxnChg>
        <pc:cxnChg chg="del">
          <ac:chgData name="Heebah Saleem" userId="fdd7724e-b6e2-4f59-8d38-a4f0f4e74fd2" providerId="ADAL" clId="{857BC955-FDA9-4BE9-B0D7-6D75950FAD80}" dt="2026-09-24T12:18:22.315" v="1808" actId="478"/>
          <ac:cxnSpMkLst>
            <pc:docMk/>
            <pc:sldMk cId="2326468549" sldId="256"/>
            <ac:cxnSpMk id="58" creationId="{B5FE7D94-6DE8-6979-E1A7-DA406584B8B1}"/>
          </ac:cxnSpMkLst>
        </pc:cxnChg>
        <pc:cxnChg chg="del">
          <ac:chgData name="Heebah Saleem" userId="fdd7724e-b6e2-4f59-8d38-a4f0f4e74fd2" providerId="ADAL" clId="{857BC955-FDA9-4BE9-B0D7-6D75950FAD80}" dt="2026-09-24T12:18:22.315" v="1808" actId="478"/>
          <ac:cxnSpMkLst>
            <pc:docMk/>
            <pc:sldMk cId="2326468549" sldId="256"/>
            <ac:cxnSpMk id="59" creationId="{F86E05DB-F77A-4A2B-E5EF-DCEA678F4DDB}"/>
          </ac:cxnSpMkLst>
        </pc:cxnChg>
        <pc:cxnChg chg="add mod">
          <ac:chgData name="Heebah Saleem" userId="fdd7724e-b6e2-4f59-8d38-a4f0f4e74fd2" providerId="ADAL" clId="{857BC955-FDA9-4BE9-B0D7-6D75950FAD80}" dt="2026-09-24T12:46:04.175" v="3053" actId="1076"/>
          <ac:cxnSpMkLst>
            <pc:docMk/>
            <pc:sldMk cId="2326468549" sldId="256"/>
            <ac:cxnSpMk id="75" creationId="{40B55A72-ABAB-6313-65FF-93AE41C43B7F}"/>
          </ac:cxnSpMkLst>
        </pc:cxnChg>
        <pc:cxnChg chg="add mod">
          <ac:chgData name="Heebah Saleem" userId="fdd7724e-b6e2-4f59-8d38-a4f0f4e74fd2" providerId="ADAL" clId="{857BC955-FDA9-4BE9-B0D7-6D75950FAD80}" dt="2026-09-24T12:45:55.160" v="3051" actId="1076"/>
          <ac:cxnSpMkLst>
            <pc:docMk/>
            <pc:sldMk cId="2326468549" sldId="256"/>
            <ac:cxnSpMk id="77" creationId="{EBD8D733-249D-6513-79FB-ED21B2DF24B8}"/>
          </ac:cxnSpMkLst>
        </pc:cxnChg>
        <pc:cxnChg chg="add mod">
          <ac:chgData name="Heebah Saleem" userId="fdd7724e-b6e2-4f59-8d38-a4f0f4e74fd2" providerId="ADAL" clId="{857BC955-FDA9-4BE9-B0D7-6D75950FAD80}" dt="2026-09-24T12:45:41.131" v="3048" actId="1076"/>
          <ac:cxnSpMkLst>
            <pc:docMk/>
            <pc:sldMk cId="2326468549" sldId="256"/>
            <ac:cxnSpMk id="78" creationId="{75665639-1988-528A-32CB-A5286A5F4BC4}"/>
          </ac:cxnSpMkLst>
        </pc:cxnChg>
        <pc:cxnChg chg="mod">
          <ac:chgData name="Heebah Saleem" userId="fdd7724e-b6e2-4f59-8d38-a4f0f4e74fd2" providerId="ADAL" clId="{857BC955-FDA9-4BE9-B0D7-6D75950FAD80}" dt="2026-09-24T12:46:51.143" v="3068" actId="1076"/>
          <ac:cxnSpMkLst>
            <pc:docMk/>
            <pc:sldMk cId="2326468549" sldId="256"/>
            <ac:cxnSpMk id="86" creationId="{F044742F-644D-0BEF-7144-1AA7C0C5836F}"/>
          </ac:cxnSpMkLst>
        </pc:cxnChg>
        <pc:cxnChg chg="mod">
          <ac:chgData name="Heebah Saleem" userId="fdd7724e-b6e2-4f59-8d38-a4f0f4e74fd2" providerId="ADAL" clId="{857BC955-FDA9-4BE9-B0D7-6D75950FAD80}" dt="2026-09-24T12:29:56.313" v="2529" actId="1076"/>
          <ac:cxnSpMkLst>
            <pc:docMk/>
            <pc:sldMk cId="2326468549" sldId="256"/>
            <ac:cxnSpMk id="87" creationId="{3E1962FA-F1D8-6CC7-5B6C-4BA3F08882C2}"/>
          </ac:cxnSpMkLst>
        </pc:cxnChg>
        <pc:cxnChg chg="del">
          <ac:chgData name="Heebah Saleem" userId="fdd7724e-b6e2-4f59-8d38-a4f0f4e74fd2" providerId="ADAL" clId="{857BC955-FDA9-4BE9-B0D7-6D75950FAD80}" dt="2026-09-24T12:26:54.336" v="2438" actId="478"/>
          <ac:cxnSpMkLst>
            <pc:docMk/>
            <pc:sldMk cId="2326468549" sldId="256"/>
            <ac:cxnSpMk id="88" creationId="{84E4F55D-0F29-985D-56EB-00D47A6F7CF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3789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43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239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2945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656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30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591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398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733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328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6422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0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6">
            <a:extLst>
              <a:ext uri="{FF2B5EF4-FFF2-40B4-BE49-F238E27FC236}">
                <a16:creationId xmlns:a16="http://schemas.microsoft.com/office/drawing/2014/main" id="{B2EE7E80-099C-E1DC-5135-000787202CB2}"/>
              </a:ext>
            </a:extLst>
          </p:cNvPr>
          <p:cNvSpPr/>
          <p:nvPr/>
        </p:nvSpPr>
        <p:spPr>
          <a:xfrm>
            <a:off x="60960" y="3993049"/>
            <a:ext cx="6662289" cy="1805771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33F32BA2-94DC-604F-8276-EE200723F300}"/>
              </a:ext>
            </a:extLst>
          </p:cNvPr>
          <p:cNvSpPr/>
          <p:nvPr/>
        </p:nvSpPr>
        <p:spPr>
          <a:xfrm>
            <a:off x="4471988" y="1117336"/>
            <a:ext cx="2338613" cy="2752989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6128B7-DDE4-0BB4-3A37-1D70260425F7}"/>
              </a:ext>
            </a:extLst>
          </p:cNvPr>
          <p:cNvSpPr txBox="1"/>
          <p:nvPr/>
        </p:nvSpPr>
        <p:spPr>
          <a:xfrm>
            <a:off x="4533900" y="1660205"/>
            <a:ext cx="2257425" cy="168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NPSE to a geological problem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that channel sinuosity can be inferred from synthetic channel images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a realistic example of using SBI for geological parameter inference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E67BC-3D12-D8CA-75EE-6337D25FEA2F}"/>
              </a:ext>
            </a:extLst>
          </p:cNvPr>
          <p:cNvSpPr txBox="1"/>
          <p:nvPr/>
        </p:nvSpPr>
        <p:spPr>
          <a:xfrm>
            <a:off x="0" y="5377"/>
            <a:ext cx="6858000" cy="915635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Applying SBI to Geological Modelling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Heebah Saleem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Sergey Alyaev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Nello Blaser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Kristian Fossum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br>
              <a:rPr lang="en-US" sz="9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Bergen | </a:t>
            </a:r>
            <a:r>
              <a:rPr lang="en-US" sz="9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NORCE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A505FC96-9B25-9674-EE8B-B04F2A6E88D8}"/>
              </a:ext>
            </a:extLst>
          </p:cNvPr>
          <p:cNvSpPr/>
          <p:nvPr/>
        </p:nvSpPr>
        <p:spPr>
          <a:xfrm>
            <a:off x="50315" y="1088651"/>
            <a:ext cx="2007085" cy="277009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29D99-B163-8ECC-8503-68238EF05E06}"/>
              </a:ext>
            </a:extLst>
          </p:cNvPr>
          <p:cNvSpPr/>
          <p:nvPr/>
        </p:nvSpPr>
        <p:spPr>
          <a:xfrm>
            <a:off x="47625" y="1061757"/>
            <a:ext cx="2024063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Motivation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8EE7153D-C2B9-873C-73C7-5A86B327A1C5}"/>
              </a:ext>
            </a:extLst>
          </p:cNvPr>
          <p:cNvSpPr/>
          <p:nvPr/>
        </p:nvSpPr>
        <p:spPr>
          <a:xfrm>
            <a:off x="2133600" y="1095822"/>
            <a:ext cx="2176463" cy="277009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81E64-C9A1-BF48-109B-CAEFA5EACF5C}"/>
              </a:ext>
            </a:extLst>
          </p:cNvPr>
          <p:cNvSpPr/>
          <p:nvPr/>
        </p:nvSpPr>
        <p:spPr>
          <a:xfrm>
            <a:off x="2133600" y="1068928"/>
            <a:ext cx="2195514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Research Question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7459A4-1E04-472F-A6E8-BC8B22A36CA4}"/>
              </a:ext>
            </a:extLst>
          </p:cNvPr>
          <p:cNvSpPr/>
          <p:nvPr/>
        </p:nvSpPr>
        <p:spPr>
          <a:xfrm>
            <a:off x="4457700" y="1068927"/>
            <a:ext cx="2400300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Contribution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E0F027-6268-18F0-E8D6-6A9CE87D6D0D}"/>
              </a:ext>
            </a:extLst>
          </p:cNvPr>
          <p:cNvSpPr/>
          <p:nvPr/>
        </p:nvSpPr>
        <p:spPr>
          <a:xfrm>
            <a:off x="61914" y="3917576"/>
            <a:ext cx="6758434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Geological Simulator: Moving River Channel Model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F07FE42A-09D4-4ACF-6F64-1B88FC020B4D}"/>
              </a:ext>
            </a:extLst>
          </p:cNvPr>
          <p:cNvSpPr/>
          <p:nvPr/>
        </p:nvSpPr>
        <p:spPr>
          <a:xfrm>
            <a:off x="76201" y="5920909"/>
            <a:ext cx="6723249" cy="1051391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AE7ACD-09C9-E0B7-8BD9-9FA2E4D7E5CE}"/>
              </a:ext>
            </a:extLst>
          </p:cNvPr>
          <p:cNvSpPr/>
          <p:nvPr/>
        </p:nvSpPr>
        <p:spPr>
          <a:xfrm>
            <a:off x="66675" y="5908301"/>
            <a:ext cx="6744147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Method: Neural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Psterior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Score Estimation (NPSE)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6">
            <a:extLst>
              <a:ext uri="{FF2B5EF4-FFF2-40B4-BE49-F238E27FC236}">
                <a16:creationId xmlns:a16="http://schemas.microsoft.com/office/drawing/2014/main" id="{8F89CFE0-2EAC-E928-3319-587B2B795823}"/>
              </a:ext>
            </a:extLst>
          </p:cNvPr>
          <p:cNvSpPr/>
          <p:nvPr/>
        </p:nvSpPr>
        <p:spPr>
          <a:xfrm>
            <a:off x="65723" y="7120833"/>
            <a:ext cx="2006917" cy="2313680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7D130C-7D42-1919-1A0B-7F762084A060}"/>
              </a:ext>
            </a:extLst>
          </p:cNvPr>
          <p:cNvSpPr/>
          <p:nvPr/>
        </p:nvSpPr>
        <p:spPr>
          <a:xfrm>
            <a:off x="68579" y="7010120"/>
            <a:ext cx="2019301" cy="565430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Inference Results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E9AAB9E9-425C-104A-1584-E97185FD85C6}"/>
              </a:ext>
            </a:extLst>
          </p:cNvPr>
          <p:cNvSpPr/>
          <p:nvPr/>
        </p:nvSpPr>
        <p:spPr>
          <a:xfrm>
            <a:off x="2182831" y="7146230"/>
            <a:ext cx="2351069" cy="2317810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B25D9-96E0-6B50-EF46-04AE4A540A78}"/>
              </a:ext>
            </a:extLst>
          </p:cNvPr>
          <p:cNvSpPr/>
          <p:nvPr/>
        </p:nvSpPr>
        <p:spPr>
          <a:xfrm>
            <a:off x="2171700" y="7002780"/>
            <a:ext cx="2369820" cy="595315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Quantitative Evaluation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CCBB0B-E088-7C2D-69A7-25008476608C}"/>
              </a:ext>
            </a:extLst>
          </p:cNvPr>
          <p:cNvSpPr txBox="1"/>
          <p:nvPr/>
        </p:nvSpPr>
        <p:spPr>
          <a:xfrm>
            <a:off x="5" y="11562526"/>
            <a:ext cx="6858000" cy="63094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nb-NO" sz="7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heebah.saleem@uib.no | </a:t>
            </a:r>
            <a:r>
              <a:rPr lang="nb-NO" sz="7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</a:t>
            </a:r>
            <a:r>
              <a:rPr lang="nb-NO" sz="7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Fellow</a:t>
            </a:r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UiB</a:t>
            </a:r>
          </a:p>
          <a:p>
            <a:pPr algn="ctr"/>
            <a:endParaRPr lang="nb-NO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D83ECA7-BF7D-5522-A58B-6C979F7CF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82537"/>
            <a:ext cx="1403350" cy="449071"/>
          </a:xfrm>
          <a:prstGeom prst="rect">
            <a:avLst/>
          </a:prstGeom>
        </p:spPr>
      </p:pic>
      <p:pic>
        <p:nvPicPr>
          <p:cNvPr id="46" name="Picture 45" descr="NORCE - Euro-MIC">
            <a:extLst>
              <a:ext uri="{FF2B5EF4-FFF2-40B4-BE49-F238E27FC236}">
                <a16:creationId xmlns:a16="http://schemas.microsoft.com/office/drawing/2014/main" id="{475D926E-6B81-B3D5-7BC7-3771F129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256" y="533655"/>
            <a:ext cx="915227" cy="3324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B9C3A2A-12FF-4BF6-62E4-892F6DC47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2929"/>
            <a:ext cx="1403350" cy="449071"/>
          </a:xfrm>
          <a:prstGeom prst="rect">
            <a:avLst/>
          </a:prstGeom>
        </p:spPr>
      </p:pic>
      <p:pic>
        <p:nvPicPr>
          <p:cNvPr id="50" name="Picture 49" descr="NORCE - Euro-MIC">
            <a:extLst>
              <a:ext uri="{FF2B5EF4-FFF2-40B4-BE49-F238E27FC236}">
                <a16:creationId xmlns:a16="http://schemas.microsoft.com/office/drawing/2014/main" id="{9CC65CAC-D053-99C9-8F3A-CD125690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146" y="11792843"/>
            <a:ext cx="915227" cy="33248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6DE71B7-28D1-0594-EDFB-10E7143F06A3}"/>
              </a:ext>
            </a:extLst>
          </p:cNvPr>
          <p:cNvSpPr txBox="1"/>
          <p:nvPr/>
        </p:nvSpPr>
        <p:spPr>
          <a:xfrm>
            <a:off x="95246" y="1436683"/>
            <a:ext cx="19304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Subsurface geological parameter e.g. channel sinuosity, are critical for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geosteering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&amp; decision making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geological simulators are complex &amp; computationally expensive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inversion method: slow, only provide point estimates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SBI with Neural Posterior Score Estimation (NPSE) to infer channel sinuosity from channels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FA135E3-A94D-6469-B6B9-C6CDB922349A}"/>
              </a:ext>
            </a:extLst>
          </p:cNvPr>
          <p:cNvSpPr txBox="1"/>
          <p:nvPr/>
        </p:nvSpPr>
        <p:spPr>
          <a:xfrm>
            <a:off x="2143118" y="1528763"/>
            <a:ext cx="2028832" cy="168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infer channel sinuosity from simulated river channels using NPSE?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 are the inferred posterior distributions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uncertainties well calibrated?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BBDEC41-12DB-6280-A57C-6FDE59473F02}"/>
              </a:ext>
            </a:extLst>
          </p:cNvPr>
          <p:cNvSpPr/>
          <p:nvPr/>
        </p:nvSpPr>
        <p:spPr>
          <a:xfrm>
            <a:off x="2443162" y="6424612"/>
            <a:ext cx="853440" cy="4953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16169F5-8781-6CED-4384-A08A2668A72E}"/>
              </a:ext>
            </a:extLst>
          </p:cNvPr>
          <p:cNvSpPr/>
          <p:nvPr/>
        </p:nvSpPr>
        <p:spPr>
          <a:xfrm>
            <a:off x="1129666" y="4584383"/>
            <a:ext cx="807720" cy="61722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D92D8F-5FC3-271E-D5E6-4D28C59EF7D1}"/>
              </a:ext>
            </a:extLst>
          </p:cNvPr>
          <p:cNvSpPr txBox="1"/>
          <p:nvPr/>
        </p:nvSpPr>
        <p:spPr>
          <a:xfrm>
            <a:off x="2447924" y="6399846"/>
            <a:ext cx="787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(CNN)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E15FC9-2F36-7134-978D-40729DAE6E12}"/>
              </a:ext>
            </a:extLst>
          </p:cNvPr>
          <p:cNvSpPr txBox="1"/>
          <p:nvPr/>
        </p:nvSpPr>
        <p:spPr>
          <a:xfrm>
            <a:off x="1129665" y="4632960"/>
            <a:ext cx="8620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Simulator</a:t>
            </a:r>
          </a:p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(Python)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4269E8-D946-2AEC-0D02-4D24C1ADBBCD}"/>
              </a:ext>
            </a:extLst>
          </p:cNvPr>
          <p:cNvSpPr txBox="1"/>
          <p:nvPr/>
        </p:nvSpPr>
        <p:spPr>
          <a:xfrm>
            <a:off x="2398712" y="4568826"/>
            <a:ext cx="17049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Channel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044742F-644D-0BEF-7144-1AA7C0C5836F}"/>
              </a:ext>
            </a:extLst>
          </p:cNvPr>
          <p:cNvCxnSpPr/>
          <p:nvPr/>
        </p:nvCxnSpPr>
        <p:spPr>
          <a:xfrm>
            <a:off x="905828" y="493966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E1962FA-F1D8-6CC7-5B6C-4BA3F08882C2}"/>
              </a:ext>
            </a:extLst>
          </p:cNvPr>
          <p:cNvCxnSpPr/>
          <p:nvPr/>
        </p:nvCxnSpPr>
        <p:spPr>
          <a:xfrm>
            <a:off x="1981200" y="4959668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4B6F0F8F-FAB8-CAC3-9ECF-B0C894DC0D03}"/>
              </a:ext>
            </a:extLst>
          </p:cNvPr>
          <p:cNvSpPr txBox="1"/>
          <p:nvPr/>
        </p:nvSpPr>
        <p:spPr>
          <a:xfrm>
            <a:off x="128721" y="7558542"/>
            <a:ext cx="15781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S = 1.88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70944E7-8C80-8200-A240-EE7C818E23A9}"/>
              </a:ext>
            </a:extLst>
          </p:cNvPr>
          <p:cNvSpPr txBox="1"/>
          <p:nvPr/>
        </p:nvSpPr>
        <p:spPr>
          <a:xfrm>
            <a:off x="2350903" y="7566162"/>
            <a:ext cx="1847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b-N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MAE:</a:t>
            </a:r>
            <a:r>
              <a:rPr lang="nb-N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0.007381106 </a:t>
            </a:r>
            <a:r>
              <a:rPr lang="nb-N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RMSE:</a:t>
            </a:r>
            <a:r>
              <a:rPr lang="nb-NO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0.008935081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synthetic_channel_sinuosity_1.70.png">
            <a:extLst>
              <a:ext uri="{FF2B5EF4-FFF2-40B4-BE49-F238E27FC236}">
                <a16:creationId xmlns:a16="http://schemas.microsoft.com/office/drawing/2014/main" id="{A0790A0E-5B56-5FB6-F815-5B2C71A040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26"/>
          <a:stretch>
            <a:fillRect/>
          </a:stretch>
        </p:blipFill>
        <p:spPr>
          <a:xfrm>
            <a:off x="2310765" y="4771857"/>
            <a:ext cx="1744980" cy="46186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F691AC7-7C23-51E7-3A4A-6257E70FE8B1}"/>
              </a:ext>
            </a:extLst>
          </p:cNvPr>
          <p:cNvSpPr txBox="1"/>
          <p:nvPr/>
        </p:nvSpPr>
        <p:spPr>
          <a:xfrm>
            <a:off x="129540" y="4318953"/>
            <a:ext cx="2178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Parameter: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sinuosity S~U[1.7,1,9]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268DF3-9259-4312-6EA1-596406AD92F5}"/>
              </a:ext>
            </a:extLst>
          </p:cNvPr>
          <p:cNvCxnSpPr/>
          <p:nvPr/>
        </p:nvCxnSpPr>
        <p:spPr>
          <a:xfrm>
            <a:off x="4141787" y="4416425"/>
            <a:ext cx="0" cy="140335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C4B9E35-252E-BC25-01FE-EFA1B87F135C}"/>
              </a:ext>
            </a:extLst>
          </p:cNvPr>
          <p:cNvSpPr txBox="1"/>
          <p:nvPr/>
        </p:nvSpPr>
        <p:spPr>
          <a:xfrm>
            <a:off x="4248150" y="4346575"/>
            <a:ext cx="21780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 descr="synthetic_channel_sinuosity_1.75.png">
            <a:extLst>
              <a:ext uri="{FF2B5EF4-FFF2-40B4-BE49-F238E27FC236}">
                <a16:creationId xmlns:a16="http://schemas.microsoft.com/office/drawing/2014/main" id="{D75ACCE6-4352-51A5-DEDB-815AC1931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1" y="4551972"/>
            <a:ext cx="2000248" cy="583237"/>
          </a:xfrm>
          <a:prstGeom prst="rect">
            <a:avLst/>
          </a:prstGeom>
        </p:spPr>
      </p:pic>
      <p:pic>
        <p:nvPicPr>
          <p:cNvPr id="25" name="Picture 24" descr="synthetic_channel_sinuosity_1.80.png">
            <a:extLst>
              <a:ext uri="{FF2B5EF4-FFF2-40B4-BE49-F238E27FC236}">
                <a16:creationId xmlns:a16="http://schemas.microsoft.com/office/drawing/2014/main" id="{6FB8BC31-38C6-A190-3007-908677773E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2925" y="5131810"/>
            <a:ext cx="1990725" cy="562407"/>
          </a:xfrm>
          <a:prstGeom prst="rect">
            <a:avLst/>
          </a:prstGeom>
        </p:spPr>
      </p:pic>
      <p:pic>
        <p:nvPicPr>
          <p:cNvPr id="27" name="Picture 26" descr="synthetic_channel_sinuosity_1.70.png">
            <a:extLst>
              <a:ext uri="{FF2B5EF4-FFF2-40B4-BE49-F238E27FC236}">
                <a16:creationId xmlns:a16="http://schemas.microsoft.com/office/drawing/2014/main" id="{75EADFE2-850D-D19F-F20D-FA34E6F361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226"/>
          <a:stretch>
            <a:fillRect/>
          </a:stretch>
        </p:blipFill>
        <p:spPr>
          <a:xfrm>
            <a:off x="269558" y="6444447"/>
            <a:ext cx="1744980" cy="46186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455CFAD-506D-974A-018A-69516D77D34B}"/>
              </a:ext>
            </a:extLst>
          </p:cNvPr>
          <p:cNvSpPr txBox="1"/>
          <p:nvPr/>
        </p:nvSpPr>
        <p:spPr>
          <a:xfrm>
            <a:off x="304799" y="6518275"/>
            <a:ext cx="10668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Image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FEFE394-303B-43AB-434D-8748DD0D025D}"/>
              </a:ext>
            </a:extLst>
          </p:cNvPr>
          <p:cNvSpPr/>
          <p:nvPr/>
        </p:nvSpPr>
        <p:spPr>
          <a:xfrm>
            <a:off x="3726180" y="6412229"/>
            <a:ext cx="853440" cy="4953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1D6633-2128-F77D-5E3E-37F413EB92DA}"/>
              </a:ext>
            </a:extLst>
          </p:cNvPr>
          <p:cNvSpPr txBox="1"/>
          <p:nvPr/>
        </p:nvSpPr>
        <p:spPr>
          <a:xfrm>
            <a:off x="3730942" y="6387462"/>
            <a:ext cx="7877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NPSE (score-based SBI)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EE85CACE-CCB1-797E-2AF4-86A032710AFF}"/>
              </a:ext>
            </a:extLst>
          </p:cNvPr>
          <p:cNvSpPr/>
          <p:nvPr/>
        </p:nvSpPr>
        <p:spPr>
          <a:xfrm>
            <a:off x="93345" y="4652962"/>
            <a:ext cx="853440" cy="49530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260BB2E-B2E1-2BB4-22ED-72ED574DD75A}"/>
              </a:ext>
            </a:extLst>
          </p:cNvPr>
          <p:cNvSpPr txBox="1"/>
          <p:nvPr/>
        </p:nvSpPr>
        <p:spPr>
          <a:xfrm>
            <a:off x="98107" y="4666299"/>
            <a:ext cx="787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(Sinuosity)</a:t>
            </a: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8B4D76C7-60D6-3B7E-D11C-AC636B648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919" y="7981950"/>
            <a:ext cx="1923383" cy="1432559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21F4510-DAAF-4691-12AF-86FD09D7F4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6828" y="6436469"/>
            <a:ext cx="1493032" cy="375928"/>
          </a:xfrm>
          <a:prstGeom prst="rect">
            <a:avLst/>
          </a:prstGeom>
        </p:spPr>
      </p:pic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0B55A72-ABAB-6313-65FF-93AE41C43B7F}"/>
              </a:ext>
            </a:extLst>
          </p:cNvPr>
          <p:cNvCxnSpPr/>
          <p:nvPr/>
        </p:nvCxnSpPr>
        <p:spPr>
          <a:xfrm>
            <a:off x="2079308" y="665416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EBD8D733-249D-6513-79FB-ED21B2DF24B8}"/>
              </a:ext>
            </a:extLst>
          </p:cNvPr>
          <p:cNvCxnSpPr/>
          <p:nvPr/>
        </p:nvCxnSpPr>
        <p:spPr>
          <a:xfrm>
            <a:off x="3374708" y="661606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75665639-1988-528A-32CB-A5286A5F4BC4}"/>
              </a:ext>
            </a:extLst>
          </p:cNvPr>
          <p:cNvCxnSpPr/>
          <p:nvPr/>
        </p:nvCxnSpPr>
        <p:spPr>
          <a:xfrm>
            <a:off x="4647248" y="659320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9" name="Rounded Rectangle 6">
            <a:extLst>
              <a:ext uri="{FF2B5EF4-FFF2-40B4-BE49-F238E27FC236}">
                <a16:creationId xmlns:a16="http://schemas.microsoft.com/office/drawing/2014/main" id="{0FB2C13E-CADD-097D-6299-A9CF69F2339D}"/>
              </a:ext>
            </a:extLst>
          </p:cNvPr>
          <p:cNvSpPr/>
          <p:nvPr/>
        </p:nvSpPr>
        <p:spPr>
          <a:xfrm>
            <a:off x="4575511" y="7146230"/>
            <a:ext cx="2183429" cy="231209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A6EC9A00-007D-F7AF-E446-5FD3FFB23E19}"/>
              </a:ext>
            </a:extLst>
          </p:cNvPr>
          <p:cNvSpPr/>
          <p:nvPr/>
        </p:nvSpPr>
        <p:spPr>
          <a:xfrm>
            <a:off x="4564380" y="7002780"/>
            <a:ext cx="2202180" cy="595315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Posterior Calibration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Picture 97">
            <a:extLst>
              <a:ext uri="{FF2B5EF4-FFF2-40B4-BE49-F238E27FC236}">
                <a16:creationId xmlns:a16="http://schemas.microsoft.com/office/drawing/2014/main" id="{AB403B75-AED9-8610-B2DB-91EF79048A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8213" y="7863840"/>
            <a:ext cx="1910445" cy="1451253"/>
          </a:xfrm>
          <a:prstGeom prst="rect">
            <a:avLst/>
          </a:prstGeom>
        </p:spPr>
      </p:pic>
      <p:sp>
        <p:nvSpPr>
          <p:cNvPr id="102" name="TextBox 101">
            <a:extLst>
              <a:ext uri="{FF2B5EF4-FFF2-40B4-BE49-F238E27FC236}">
                <a16:creationId xmlns:a16="http://schemas.microsoft.com/office/drawing/2014/main" id="{67B7CA2F-ADD1-644F-391C-E1E2D7E246B8}"/>
              </a:ext>
            </a:extLst>
          </p:cNvPr>
          <p:cNvSpPr txBox="1"/>
          <p:nvPr/>
        </p:nvSpPr>
        <p:spPr>
          <a:xfrm>
            <a:off x="4617721" y="7581402"/>
            <a:ext cx="21107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nb-N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NPSE </a:t>
            </a:r>
            <a:r>
              <a:rPr lang="nb-NO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Posterior</a:t>
            </a:r>
            <a:r>
              <a:rPr lang="nb-NO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Calibration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422155B2-41B0-30C6-53AF-37E9951BFEE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" y="7800974"/>
            <a:ext cx="1847267" cy="1366839"/>
          </a:xfrm>
          <a:prstGeom prst="rect">
            <a:avLst/>
          </a:prstGeom>
        </p:spPr>
      </p:pic>
      <p:sp>
        <p:nvSpPr>
          <p:cNvPr id="107" name="Rounded Rectangle 6">
            <a:extLst>
              <a:ext uri="{FF2B5EF4-FFF2-40B4-BE49-F238E27FC236}">
                <a16:creationId xmlns:a16="http://schemas.microsoft.com/office/drawing/2014/main" id="{86D75D29-FF78-CB32-40F9-236D2169D7BC}"/>
              </a:ext>
            </a:extLst>
          </p:cNvPr>
          <p:cNvSpPr/>
          <p:nvPr/>
        </p:nvSpPr>
        <p:spPr>
          <a:xfrm>
            <a:off x="76199" y="9505950"/>
            <a:ext cx="3209925" cy="1914526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6">
            <a:extLst>
              <a:ext uri="{FF2B5EF4-FFF2-40B4-BE49-F238E27FC236}">
                <a16:creationId xmlns:a16="http://schemas.microsoft.com/office/drawing/2014/main" id="{D560CE92-D408-D42E-84A0-03013C7BCFE5}"/>
              </a:ext>
            </a:extLst>
          </p:cNvPr>
          <p:cNvSpPr/>
          <p:nvPr/>
        </p:nvSpPr>
        <p:spPr>
          <a:xfrm>
            <a:off x="3405186" y="9520238"/>
            <a:ext cx="3209925" cy="1914526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8B984F5-10C3-663C-F18E-8913AF0C4ED1}"/>
              </a:ext>
            </a:extLst>
          </p:cNvPr>
          <p:cNvSpPr/>
          <p:nvPr/>
        </p:nvSpPr>
        <p:spPr>
          <a:xfrm>
            <a:off x="61914" y="9496147"/>
            <a:ext cx="3243262" cy="495580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Discussion &amp; Limitations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6B96DF3-0D92-6C3C-E90A-728F2F7AF47E}"/>
              </a:ext>
            </a:extLst>
          </p:cNvPr>
          <p:cNvSpPr/>
          <p:nvPr/>
        </p:nvSpPr>
        <p:spPr>
          <a:xfrm>
            <a:off x="3400425" y="9501188"/>
            <a:ext cx="3224212" cy="490537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&amp; Future Work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CED497C-45B9-4A95-38BF-49354F6FA149}"/>
              </a:ext>
            </a:extLst>
          </p:cNvPr>
          <p:cNvSpPr txBox="1"/>
          <p:nvPr/>
        </p:nvSpPr>
        <p:spPr>
          <a:xfrm>
            <a:off x="78098" y="10040303"/>
            <a:ext cx="3137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shows NPSE can accurately infer channel S from simulated data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 credible intervals achieved ~96.5% </a:t>
            </a:r>
            <a:r>
              <a:rPr lang="en-US" sz="1000">
                <a:latin typeface="Times New Roman" panose="02020603050405020304" pitchFamily="18" charset="0"/>
                <a:cs typeface="Times New Roman" panose="02020603050405020304" pitchFamily="18" charset="0"/>
              </a:rPr>
              <a:t>empirical coverage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a 2D toy simulator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cost scales with simulator complexity &amp; training data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31304C4E-26BF-1EE8-7DBA-924250D6D7A4}"/>
              </a:ext>
            </a:extLst>
          </p:cNvPr>
          <p:cNvSpPr txBox="1"/>
          <p:nvPr/>
        </p:nvSpPr>
        <p:spPr>
          <a:xfrm>
            <a:off x="3347078" y="9918383"/>
            <a:ext cx="3404242" cy="1449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SBI with NPSE provides flexible framework for geological parameter inference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Uncertainties well calibrated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decision making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3D geological models, additional parameter (facies, porosity), integrate with real well data</a:t>
            </a:r>
          </a:p>
        </p:txBody>
      </p:sp>
    </p:spTree>
    <p:extLst>
      <p:ext uri="{BB962C8B-B14F-4D97-AF65-F5344CB8AC3E}">
        <p14:creationId xmlns:p14="http://schemas.microsoft.com/office/powerpoint/2010/main" val="2326468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311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Heebah Saleem</dc:creator>
  <cp:lastModifiedBy>Heebah Saleem</cp:lastModifiedBy>
  <cp:revision>1</cp:revision>
  <dcterms:created xsi:type="dcterms:W3CDTF">2026-09-24T09:10:34Z</dcterms:created>
  <dcterms:modified xsi:type="dcterms:W3CDTF">2026-09-24T13:10:32Z</dcterms:modified>
</cp:coreProperties>
</file>